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Outfit" panose="020B0604020202020204" charset="0"/>
      <p:regular r:id="rId12"/>
      <p:bold r:id="rId13"/>
    </p:embeddedFont>
    <p:embeddedFont>
      <p:font typeface="Space Grotesk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0505" y="2045196"/>
            <a:ext cx="7910988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Redes Neuronales para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Conducción Autónoma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28862" y="3744217"/>
            <a:ext cx="75342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Implementación de Deep Learning utilizando YOLOv5 y Regresión Logística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6050"/>
            <a:ext cx="5334000" cy="257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86050"/>
            <a:ext cx="5334000" cy="25793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076575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Conducción Asistida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512790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Niveles 0-2: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El conductor humano es el principal responsable. Incluye sistemas básicos como el control de crucero adaptativo y el mantenimiento de carril. El humano debe supervisar constantemente.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076575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Conducción Autónoma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51279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Niveles 3-5: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El sistema toma el control. Desde la automatización condicional hasta la plena autonomía donde el vehículo no requiere volante ni pedales.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0861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0861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Entendiendo el Panorama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1334392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Fusión de Sensores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47750" y="2370683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Cámaras: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Actúan como los "ojos", detectando colores, señales y objetos. Fundamental para la clasificación visual.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47750" y="3523208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Radar: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Utiliza ondas de radio para detectar velocidad y distancia. Funciona bien en condiciones climáticas adversas.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47750" y="4675733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LiDAR: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Escaneo láser 3D de alta precisión para mapear el entorno volumétrico del vehículo.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8308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08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23358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0075" y="656363"/>
            <a:ext cx="5105400" cy="5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0" y="3792884"/>
            <a:ext cx="3086100" cy="151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7975" y="3792884"/>
            <a:ext cx="3057525" cy="15162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595437" y="1548854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Híbrida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809750" y="2463254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El sistema propuesto divide el problema complejo de la conducción en dos etapas manejables: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709386" y="4088159"/>
            <a:ext cx="262032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Visión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771775" y="4566195"/>
            <a:ext cx="2495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Detección de Objetos (YOLO)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0" y="43605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891575" y="4088159"/>
            <a:ext cx="2590323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Decisión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953250" y="4566195"/>
            <a:ext cx="2466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Acción de Control (Regresión)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064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8017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047750" y="2475458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Modelo YOLOv5: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Seleccionado por su alta velocidad de inferencia (45 FPS), crucial para tiempo real.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47750" y="3323183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Dataset Propio: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450 imágenes etiquetadas manualmente con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LabelImg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simular la vista del salpicadero.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47750" y="4475708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Clases Detectadas: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El sistema se entrenó para identificar tres objetos críticos: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Coches, Personas y Pasos de Cebra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230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370808"/>
            <a:ext cx="3524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52333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1: Visión Artificial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4802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Una vez que YOLO detecta los objetos, una Red de Regresión Logística decide si es seguro avanzar o si es necesario frenar.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47750" y="331842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Entradas (Inputs):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Coordenadas de los cuadros delimitadores (x0, x1, x2, x3) y la etiqueta de clase.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47750" y="416614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Heurística de Aprendizaje: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Se entrenó la red basándose en el tamaño relativo. Si un objeto es "grande" en la imagen, está cerca.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62750" y="331842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Reglas de Entrenamiento: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Coche: Ancho &gt; 100px →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Frenar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Peatón: Alto &gt; 130px →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Frenar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62750" y="447094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Salida (Output):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Binaria. </a:t>
            </a:r>
            <a:r>
              <a:rPr lang="en-US" sz="1500" b="1" i="0" u="none" strike="noStrike" cap="none">
                <a:solidFill>
                  <a:srgbClr val="F43F5E"/>
                </a:solidFill>
                <a:latin typeface="Outfit"/>
                <a:ea typeface="Outfit"/>
                <a:cs typeface="Outfit"/>
                <a:sym typeface="Outfit"/>
              </a:rPr>
              <a:t>1 (Frenar)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o </a:t>
            </a: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0 (Avanzar)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60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137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3660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518570"/>
            <a:ext cx="2952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Etapa 2: Lógica de Decisión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4940"/>
            <a:ext cx="11049000" cy="46215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4742408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El sistema de decisión demostró ser altamente robusto (94% de exactitud), compensando eficazmente las limitaciones de la detección visual pura.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Métricas de Rendimiento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2927895"/>
            <a:ext cx="28575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36.6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4356645"/>
            <a:ext cx="28575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FPS (Fotogramas por Segundo)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000500" y="3228826"/>
            <a:ext cx="8001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Procesamiento Fluido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000500" y="3665041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Utilizando una GPU Nvidia Tesla T4, el sistema híbrido es capaz de procesar video y tomar decisiones de control a una velocidad superior a los 30 FPS estándar, garantizando tiempos de reacción seguros para la conducción autónoma.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Rendimiento en Tiempo Real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571500" y="126489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4352925" y="2888902"/>
            <a:ext cx="366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4527225" y="1492648"/>
            <a:ext cx="3486300" cy="3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Gracias por su atención</a:t>
            </a:r>
            <a:endParaRPr sz="3400" b="0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¿Preguntas?</a:t>
            </a:r>
            <a:endParaRPr sz="3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352925" y="3587948"/>
            <a:ext cx="34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PresentationFormat>Panorámica</PresentationFormat>
  <Paragraphs>38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Space Grotesk</vt:lpstr>
      <vt:lpstr>Outfit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Arturo Pulido Armenta</cp:lastModifiedBy>
  <cp:revision>1</cp:revision>
  <dcterms:modified xsi:type="dcterms:W3CDTF">2025-11-27T01:41:01Z</dcterms:modified>
</cp:coreProperties>
</file>